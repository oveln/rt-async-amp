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8FB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 术 报 告 · 2026 年 9 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42316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rt-async-amp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3703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面向异构多核 SoC 的 AMP 双内核实时系统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445752" y="6355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Oveln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动机：通用内核装不下确定性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31352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rt-async-amp · 2 / 16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Linux 的最坏路径不可枚举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关中断区间、调度、锁与内存管理层层叠加；实时任务和通用负载共用子系统，最坏延迟不可控。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532888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PREEMPT_RT 类实时补丁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侵入内核全栈、随上游版本持续跟随；最坏延迟仍受制于为吞吐设计的通用机制。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831336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Hypervisor 分区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虚拟化层自带开销与复杂度；RT24 小核的内存和主频有限，难以承载。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040880" y="1234440"/>
            <a:ext cx="4572000" cy="3794760"/>
          </a:xfrm>
          <a:prstGeom prst="roundRect">
            <a:avLst>
              <a:gd name="adj" fmla="val 1446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60920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71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本项目的选择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60920" y="2011680"/>
            <a:ext cx="3977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AMP 双内核：把实时域整体搬到独立小核。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通用侧内核不做任何修改；实时侧裸金属执行、路径确定；两核之间只有共享内存和门铃两种交互，跨核开销可以逐微秒核算。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60920" y="3977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9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隔离，而非改造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目标平台：进迭时空 K3 SoC —— X100 大核（Linux 兼容内核）+ RT24 实时小核（CVA6/RV64GC）；QEMU virt 全程提供等价仿真路径。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系统总览：一颗芯片，两个内核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31352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rt-async-amp · 3 / 16</a:t>
            </a:r>
            <a:endParaRPr lang="en-US" sz="1050" dirty="0"/>
          </a:p>
        </p:txBody>
      </p:sp>
      <p:pic>
        <p:nvPicPr>
          <p:cNvPr id="4" name="Image 0" descr="/home/oveln/projects/rt-async-amp/build/ppt-work/figs2x/system-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6754216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123444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各司其职</a:t>
            </a:r>
            <a:endParaRPr lang="en-US" sz="15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 跑完整操作系统（进程 / 文件系统 / 系统调用），RP 裸金属跑 rt-async，互不侵入。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635240" y="246888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只有两条跨核通道</a:t>
            </a:r>
            <a:endParaRPr lang="en-US" sz="15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共享内存窗口三个通道（请求 / 响应 / 急停）加双向门铃中断，没有其他耦合。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635240" y="370332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设备树是唯一真相源</a:t>
            </a:r>
            <a:endParaRPr lang="en-US" sz="15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共享窗地址、门铃、外设引脚全部 DT probe 运行时认领，双端 ABI 对齐。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635240" y="493776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同一套软件栈</a:t>
            </a:r>
            <a:endParaRPr lang="en-US" sz="15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QEMU virt 与 K3 真板共用协议库与固件，仿真中得到的结论同样适用于真板。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8640" y="6455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图：docs/assets/system-arch.svg（与本仓代码同步重绘，2026-09）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实时内核原理：N 级抢占的 async 执行器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31352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rt-async-amp · 4 / 16</a:t>
            </a:r>
            <a:endParaRPr lang="en-US" sz="1050" dirty="0"/>
          </a:p>
        </p:txBody>
      </p:sp>
      <p:pic>
        <p:nvPicPr>
          <p:cNvPr id="4" name="Image 0" descr="/home/oveln/projects/rt-async-amp/build/ppt-work/figs2x/executor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6649334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8120" y="10515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抢占式而非纯协作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ISR 内 O(1) 位图取最高就绪优先级；高优先级任务经系统栈嵌套立即抢占低优先级。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818120" y="208483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静态内存约束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任务存储编译期放置、无堆分配；共享状态一律 static + 原子，运行期没有任何动态行为。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818120" y="3118104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确定性定时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截止时间队列 + mtime 比较寄存器重编；空闲 WFI，事件驱动唤醒。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818120" y="4151376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处理留在任务上下文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ISR 只做唤醒与标记；调度派发 ddisp 27.1µs 是任务模型的固定开销。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818120" y="518464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本地原子 ~90ns/笔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K3 无原生 CAS：critical-section 回退（mstatus 屏蔽），对比跨域原子 ~2.2µs/笔。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48640" y="6455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图：docs/assets/executor-flow.svg · 单价：rtbench 真板实测（2026-08）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跨核通信栈：共享窗与 SPSC 块层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31352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rt-async-amp · 5 / 16</a:t>
            </a:r>
            <a:endParaRPr lang="en-US" sz="1050" dirty="0"/>
          </a:p>
        </p:txBody>
      </p:sp>
      <p:pic>
        <p:nvPicPr>
          <p:cNvPr id="4" name="Image 0" descr="/home/oveln/projects/rt-async-amp/build/ppt-work/figs2x/channel-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097280"/>
            <a:ext cx="8740658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55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图：docs/assets/channel-layout.svg（ov-channels 0.3，随块层重绘）· 布局常量与 modules/ov-channels/src/lib.rs 对齐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 RPC 层：ov-rpc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31352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rt-async-amp · 6 / 16</a:t>
            </a:r>
            <a:endParaRPr lang="en-US" sz="1050" dirty="0"/>
          </a:p>
        </p:txBody>
      </p:sp>
      <p:pic>
        <p:nvPicPr>
          <p:cNvPr id="4" name="Image 0" descr="/home/oveln/projects/rt-async-amp/build/ppt-work/figs2x/rpc-m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310628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38160" y="111556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服务发现（INIT, id 0）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方法表编译期生成，客户端按名称解析方法号——固件改动编号后，客户端无需重新编译。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38160" y="21031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poison 错误路径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未注册 / 反序列化失败 / 超长 → 服务端立即回 poison 响应，客户端马上得到错误，不会一直等。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38160" y="309067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大响应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247B 以内单块；2028B 以内走 8 块链一次原子发布；超限显式报错。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38160" y="4078224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acall 延迟完成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服务端先回 Deferred，不发门铃；后台任务完成后经 CH1 补发响应，客户端按请求号匹配。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98348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5138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响应路径不做多余动作：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响应缓冲 MaybeUninit + 出参写入 + try_send_raw 前缀直写——255B 以内的响应在环槽内只写一次，没有中转拷贝，也没有整块清零。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55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图：docs/assets/rpc-modes.svg · 机制：modules/ov-rpc（0.2.0）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服务发现：INIT 一次往返，方法表自动对齐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31352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rt-async-amp · 7 / 16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05256" y="1664208"/>
            <a:ext cx="0" cy="512064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2529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971C2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225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89888" y="11887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客户端启动发出 INIT 请求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方法号 0 保留给发现，任何服务都占用不到它。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05256" y="2633472"/>
            <a:ext cx="0" cy="512064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9456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971C2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89888" y="215798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服务端在分发前拦截 0 号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不进入正常 RPC 处理，改回服务描述符（编译期生成的常量）。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05256" y="3602736"/>
            <a:ext cx="0" cy="512064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163824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971C2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1638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89888" y="312724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描述符经响应通道回发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一次往返完成，此后不再重复发现。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58368" y="413308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971C2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133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89888" y="409651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客户端解析出名称与方法号的对应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此后全部调用按名称查号；标志位同时标出 send / urgent / acall 形态。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6126480" cy="109728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" y="5358384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描述符线格式（编译期生成常量）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97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[协议版本][描述符长度][方法数] + 每方法 [方法号][标志位][名称长度][名称]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标志位：bit0 单向（send）· bit1 急停（urgent）· bit2 异步完成（acall）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040880" y="1188720"/>
            <a:ext cx="4599432" cy="3913632"/>
          </a:xfrm>
          <a:prstGeom prst="roundRect">
            <a:avLst>
              <a:gd name="adj" fmla="val 1636"/>
            </a:avLst>
          </a:prstGeom>
          <a:solidFill>
            <a:srgbClr val="0F244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417320"/>
            <a:ext cx="41148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rtsh /dev/rt_shm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rtsh: /dev/rt_shm 就绪（help 查看命令）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可用 RPC 方法：18 个（mid 0 = INIT 服务发现）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mid  形态    名称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  call    ECHO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  call    ADD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  send    DELAY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  call    PING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……（中略 10 行）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14  acall   CHASSIS_INIT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15  send    ARM_SET_ANGLE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17  acall   ARM_GRAB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18  acall   ARM_RELEASE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rtsh&gt; _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5193792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rtsh 启动即发现并打印方法表（真实输出，节选）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40880" y="5532120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描述符随固件走：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固件增删方法、改动编号，客户端不用重新编译；acall 方法带标志位，客户端按普通 call 声明、按请求号等响应。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55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机制：modules/ov-rpc（INIT 拦截与描述符编码，descriptor.rs）· 输出节选自 rtsh 实际启动打印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请求发现：四条路径与弹性自旋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31352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rt-async-amp · 8 / 16</a:t>
            </a:r>
            <a:endParaRPr lang="en-US" sz="1050" dirty="0"/>
          </a:p>
        </p:txBody>
      </p:sp>
      <p:pic>
        <p:nvPicPr>
          <p:cNvPr id="4" name="Image 0" descr="/home/oveln/projects/rt-async-amp/build/ppt-work/figs2x/ipc-discov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051560"/>
            <a:ext cx="8384280" cy="5230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55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图：docs/assets/ipc-discovery.svg · 数据：K3 真板实测（2026-08-23 归因报告）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共享窗一致性：固件改 PMA，软件不做缓存维护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31352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rt-async-amp · 9 / 16</a:t>
            </a:r>
            <a:endParaRPr lang="en-US" sz="1050" dirty="0"/>
          </a:p>
        </p:txBody>
      </p:sp>
      <p:pic>
        <p:nvPicPr>
          <p:cNvPr id="4" name="Image 0" descr="/home/oveln/projects/rt-async-amp/build/ppt-work/figs2x/coh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024128"/>
            <a:ext cx="9148737" cy="5285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55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图：docs/assets/coherence.svg（2026-09 随 CBO 撤除重绘）· 依据：opensbi-k3 feat/pma-audio-io · user-test-pbmt 判窗实验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端到端延迟：294 → 236.9 µs（−19.5%）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31352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rt-async-amp · 10 / 16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59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236.9 µs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 门铃唤醒路径 · 真板实测 p50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71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189 µs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4930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D2 弹性自旋稳态（间隔 &lt;2s：不用门铃，不进内核）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178 µs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W2 双向轮询预演（已实测，待合入）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轮真板测量 · 8 天收敛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3400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 路径往返分解（µs；基线 240.1，当前 236.9，构成相同）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1600200"/>
            <a:ext cx="258972" cy="868680"/>
          </a:xfrm>
          <a:prstGeom prst="rect">
            <a:avLst/>
          </a:prstGeom>
          <a:solidFill>
            <a:srgbClr val="1971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2372" y="1600200"/>
            <a:ext cx="109682" cy="868680"/>
          </a:xfrm>
          <a:prstGeom prst="rect">
            <a:avLst/>
          </a:prstGeom>
          <a:solidFill>
            <a:srgbClr val="2F9E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12054" y="1600200"/>
            <a:ext cx="825664" cy="868680"/>
          </a:xfrm>
          <a:prstGeom prst="rect">
            <a:avLst/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4894" y="2514600"/>
            <a:ext cx="1099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27.1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37718" y="1600200"/>
            <a:ext cx="740356" cy="868680"/>
          </a:xfrm>
          <a:prstGeom prst="rect">
            <a:avLst/>
          </a:prstGeom>
          <a:solidFill>
            <a:srgbClr val="704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00558" y="2514600"/>
            <a:ext cx="1014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24.3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78074" y="1600200"/>
            <a:ext cx="1389309" cy="868680"/>
          </a:xfrm>
          <a:prstGeom prst="rect">
            <a:avLst/>
          </a:prstGeom>
          <a:solidFill>
            <a:srgbClr val="E031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0914" y="2514600"/>
            <a:ext cx="16636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45.6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67383" y="1600200"/>
            <a:ext cx="1157758" cy="868680"/>
          </a:xfrm>
          <a:prstGeom prst="rect">
            <a:avLst/>
          </a:prstGeom>
          <a:solidFill>
            <a:srgbClr val="0B72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30223" y="2514600"/>
            <a:ext cx="14320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25141" y="1600200"/>
            <a:ext cx="2062637" cy="868680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7981" y="2514600"/>
            <a:ext cx="23369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67.7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887777" y="1600200"/>
            <a:ext cx="770823" cy="868680"/>
          </a:xfrm>
          <a:prstGeom prst="rect">
            <a:avLst/>
          </a:prstGeom>
          <a:solidFill>
            <a:srgbClr val="868E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50617" y="2514600"/>
            <a:ext cx="1045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25.3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43400" y="2898648"/>
            <a:ext cx="146304" cy="146304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27" name="Text 25"/>
          <p:cNvSpPr/>
          <p:nvPr/>
        </p:nvSpPr>
        <p:spPr>
          <a:xfrm>
            <a:off x="4581144" y="2779776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send 8.5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 写槽发布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2898648"/>
            <a:ext cx="146304" cy="146304"/>
          </a:xfrm>
          <a:prstGeom prst="rect">
            <a:avLst/>
          </a:prstGeom>
          <a:solidFill>
            <a:srgbClr val="2F9E44"/>
          </a:solidFill>
          <a:ln/>
        </p:spPr>
      </p:sp>
      <p:sp>
        <p:nvSpPr>
          <p:cNvPr id="29" name="Text 27"/>
          <p:cNvSpPr/>
          <p:nvPr/>
        </p:nvSpPr>
        <p:spPr>
          <a:xfrm>
            <a:off x="6455664" y="2779776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ddrain 3.6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mailbox 排空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92440" y="2898648"/>
            <a:ext cx="146304" cy="146304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1" name="Text 29"/>
          <p:cNvSpPr/>
          <p:nvPr/>
        </p:nvSpPr>
        <p:spPr>
          <a:xfrm>
            <a:off x="8330184" y="2779776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ddisp 27.1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trap+调度+派发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966960" y="2898648"/>
            <a:ext cx="146304" cy="146304"/>
          </a:xfrm>
          <a:prstGeom prst="rect">
            <a:avLst/>
          </a:prstGeom>
          <a:solidFill>
            <a:srgbClr val="7048E8"/>
          </a:solidFill>
          <a:ln/>
        </p:spPr>
      </p:sp>
      <p:sp>
        <p:nvSpPr>
          <p:cNvPr id="33" name="Text 31"/>
          <p:cNvSpPr/>
          <p:nvPr/>
        </p:nvSpPr>
        <p:spPr>
          <a:xfrm>
            <a:off x="10204704" y="2779776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dpre 24.3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发现前缀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343400" y="3611880"/>
            <a:ext cx="146304" cy="146304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35" name="Text 33"/>
          <p:cNvSpPr/>
          <p:nvPr/>
        </p:nvSpPr>
        <p:spPr>
          <a:xfrm>
            <a:off x="4581144" y="3493008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drx 45.6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取包 try_recv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17920" y="3611880"/>
            <a:ext cx="146304" cy="14630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7" name="Text 35"/>
          <p:cNvSpPr/>
          <p:nvPr/>
        </p:nvSpPr>
        <p:spPr>
          <a:xfrm>
            <a:off x="6455664" y="3493008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dserde 38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分发反序列化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092440" y="3611880"/>
            <a:ext cx="146304" cy="14630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7"/>
          <p:cNvSpPr/>
          <p:nvPr/>
        </p:nvSpPr>
        <p:spPr>
          <a:xfrm>
            <a:off x="8330184" y="3493008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67.7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服务尾+响应门铃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966960" y="3611880"/>
            <a:ext cx="146304" cy="146304"/>
          </a:xfrm>
          <a:prstGeom prst="rect">
            <a:avLst/>
          </a:prstGeom>
          <a:solidFill>
            <a:srgbClr val="868E96"/>
          </a:solidFill>
          <a:ln/>
        </p:spPr>
      </p:sp>
      <p:sp>
        <p:nvSpPr>
          <p:cNvPr id="41" name="Text 39"/>
          <p:cNvSpPr/>
          <p:nvPr/>
        </p:nvSpPr>
        <p:spPr>
          <a:xfrm>
            <a:off x="10204704" y="3493008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APret 25.3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 唤醒回收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343400" y="4434840"/>
            <a:ext cx="7315200" cy="1600200"/>
          </a:xfrm>
          <a:prstGeom prst="roundRect">
            <a:avLst>
              <a:gd name="adj" fmla="val 342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17720" y="461772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测量自洽（确定性证据）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闭环恒等式 rtt = send + ddrain + ddisp + dpre + drx + dserde + S + APret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真板实测 30/30 残差为 0 · 同一次启动重复测量 σ = 0.16 µs · AP/RP 双时钟交叉校验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48640" y="6455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数据：《K3 IPC 延迟归因与优化总结报告》2026-08-23（K3 COM260 真板，dd 场景）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微架构单价：主要开销在 fence 与计时器冷读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31352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rt-async-amp · 11 / 16</a:t>
            </a:r>
            <a:endParaRPr lang="en-US" sz="1050" dirty="0"/>
          </a:p>
        </p:txBody>
      </p:sp>
      <p:pic>
        <p:nvPicPr>
          <p:cNvPr id="4" name="Image 0" descr="/home/oveln/projects/rt-async-amp/build/ppt-work/figs2x/2026-08-23-k3-ipc-fig2-op-unit-pr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7186727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8120" y="13716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fence 恒定 2.2 µs/次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与冷热、地址无关；热路径 14 次/消息 ≈ 31µs。P3 去冗余实测每条消息 −10µs（A/B：246.9→236.9），剩余 4 次 ≈ 8.8µs，顺序保证不变。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818120" y="2852928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计时器冷读 24.5 µs（231×）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mtime 跨时钟域同步器重锁：热读 106ns，间隔 20µs 即冷；污染一切分段测量。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818120" y="4334256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写比读贵 5 倍</a:t>
            </a:r>
            <a:endParaRPr lang="en-US" sz="14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256B 槽写 6.3µs vs 块读 1.2µs；MSIP 写经互连生效 ~54µs，是唤醒链的物理下限。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数据：rtbench 微架构基准 + dd 场景真板实测（K3，2026-08）· 图：2026-08-23 归因报告 图 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 侧单消息预算：约 91 µs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31352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rt-async-amp · 12 / 16</a:t>
            </a:r>
            <a:endParaRPr lang="en-US" sz="1050" dirty="0"/>
          </a:p>
        </p:txBody>
      </p:sp>
      <p:pic>
        <p:nvPicPr>
          <p:cNvPr id="4" name="Image 0" descr="/home/oveln/projects/rt-async-amp/build/ppt-work/figs2x/rp-budget-n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763684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75320" y="1371600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通道与门铃 21.0 µs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弹性前缀 11.0（置 BUSY、查急停通道）+ ch2 收尾 6.6 + 门铃 notify 3.4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75320" y="2578608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取包与响应发送 34.9 µs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共享窗槽读 / 槽写，各带 4 次 fence 保证跨核顺序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75320" y="378561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分发 11.0 µs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match 方法 + postcard 反序列化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75320" y="499262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生产计时开销 24.0 µs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处理路径读写 mtime 1-2 次，冷读约 24.5 µs（热读 106 ns）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55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数据：2026-08-23 K3 IPC 延迟归因报告（真板实测）· 图为其中剥离插桩开销后的单消息执行构成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实时性小结：每笔开销有实测数字，延迟可复现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31352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rt-async-amp · 13 / 16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593592" cy="1737360"/>
          </a:xfrm>
          <a:prstGeom prst="roundRect">
            <a:avLst>
              <a:gd name="adj" fmla="val 315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35608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300" b="1" dirty="0">
                <a:solidFill>
                  <a:srgbClr val="E859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236.9 / 189 µs</a:t>
            </a:r>
            <a:endParaRPr lang="en-US" sz="3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 门铃唤醒 / D2 弹性自旋往返（真板实测 p50）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4325112" y="1234440"/>
            <a:ext cx="3593592" cy="1737360"/>
          </a:xfrm>
          <a:prstGeom prst="roundRect">
            <a:avLst>
              <a:gd name="adj" fmla="val 315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99432" y="1435608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300" b="1" dirty="0">
                <a:solidFill>
                  <a:srgbClr val="1971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 µs</a:t>
            </a:r>
            <a:endParaRPr lang="en-US" sz="3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 发送段：用户态直写共享窗，D2 路径不进内核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8101584" y="1234440"/>
            <a:ext cx="3593592" cy="1737360"/>
          </a:xfrm>
          <a:prstGeom prst="roundRect">
            <a:avLst>
              <a:gd name="adj" fmla="val 315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375904" y="1435608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300" b="1" dirty="0">
                <a:solidFill>
                  <a:srgbClr val="E859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~90 ns</a:t>
            </a:r>
            <a:endParaRPr lang="en-US" sz="3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本地原子单价（critical-section 回退）vs 跨域 ~2.2µs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593592" cy="1737360"/>
          </a:xfrm>
          <a:prstGeom prst="roundRect">
            <a:avLst>
              <a:gd name="adj" fmla="val 315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401568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300" b="1" dirty="0">
                <a:solidFill>
                  <a:srgbClr val="1971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9.4 µs/轮</a:t>
            </a:r>
            <a:endParaRPr lang="en-US" sz="3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D2 自旋单轮成本（P3 后，18 → 9.4）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4325112" y="3200400"/>
            <a:ext cx="3593592" cy="1737360"/>
          </a:xfrm>
          <a:prstGeom prst="roundRect">
            <a:avLst>
              <a:gd name="adj" fmla="val 315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99432" y="3401568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300" b="1" dirty="0">
                <a:solidFill>
                  <a:srgbClr val="E859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0.16 µs</a:t>
            </a:r>
            <a:endParaRPr lang="en-US" sz="3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同一启动内重复测量的标准差（真板实测）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8101584" y="3200400"/>
            <a:ext cx="3593592" cy="1737360"/>
          </a:xfrm>
          <a:prstGeom prst="roundRect">
            <a:avLst>
              <a:gd name="adj" fmla="val 3158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75904" y="3401568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300" b="1" dirty="0">
                <a:solidFill>
                  <a:srgbClr val="1971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/ 30</a:t>
            </a:r>
            <a:endParaRPr lang="en-US" sz="3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闭环恒等式残差为零——各段相加与总延迟一致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一条消息的每一微秒花在哪里都有实测答案：SPSC 协议本体 fence ≈8.8µs（P3 后剩余 4 次/条）+ 数据搬运 ≈7.5µs + 任务模型固定开销 ≈27µs + 唤醒链物理下限 ~54µs——再往下就是明确的硬件选项，而不是未知领域。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应用验证：机器人控制端到端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31352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rt-async-amp · 14 / 16</a:t>
            </a:r>
            <a:endParaRPr lang="en-US" sz="1050" dirty="0"/>
          </a:p>
        </p:txBody>
      </p:sp>
      <p:pic>
        <p:nvPicPr>
          <p:cNvPr id="4" name="Image 0" descr="/home/oveln/projects/rt-async-amp/build/ppt-work/figs2x/robot-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115568"/>
            <a:ext cx="10028042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80974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882896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形态一：二进制程序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rtsh 命令行：REPL 交互或单发 rtsh &lt;cmd&gt;（init / drive / grab …）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45352" y="480974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73952" y="4882896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形态二：Python 库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rtsh 库层经 PyO3 编译为原生扩展：import robot，进程内直接调用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541264"/>
            <a:ext cx="3593592" cy="841248"/>
          </a:xfrm>
          <a:prstGeom prst="roundRect">
            <a:avLst>
              <a:gd name="adj" fmla="val 6522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9808" y="5632704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个语义方法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底盘、机械臂、诊断共 18 个方法（含 3 个 acall）；rtsh 按方法名解析，全部命令可用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5112" y="5541264"/>
            <a:ext cx="3593592" cy="841248"/>
          </a:xfrm>
          <a:prstGeom prst="roundRect">
            <a:avLst>
              <a:gd name="adj" fmla="val 6522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26280" y="5632704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异步完成 ≤ 1 节拍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acall 由 P1 高优先级任务完成，10ms 控制节拍上界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01584" y="5541264"/>
            <a:ext cx="3593592" cy="841248"/>
          </a:xfrm>
          <a:prstGeom prst="roundRect">
            <a:avLst>
              <a:gd name="adj" fmla="val 6522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02752" y="5632704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急停走 CH2 urgent 通道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独立于普通队列；magic 看门狗负责自愈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6455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图：docs/assets/robot-stack.svg · 固件 apps/rt-async-k3（robot_ctrl），用户态 rtsh（lib+bin）/ robot-py（PyO3）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31352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rt-async-amp · 15 / 16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81328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971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架构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实时域剥离到独立小核，AP 内核不做修改；依靠 Rust 的类型与内存安全，无动态内存分配。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45352" y="123444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19672" y="1481328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971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通信栈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共享窗块层 + 语义 RPC + 门铃四路径；内核态与用户态同一 ABI，双端 DT probe 对齐。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W2 双向轮询合入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预演已在真板实测：D2 189→178µs；合入后 D1 预计约 219µs、D2 约 168µs。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514807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硬件改进选项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小消息改走 mailbox 寄存器直传，省一次共享窗访问；硬件 spinlock 手册有记载，可用于跨核互斥。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576986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通信控制方式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小车使用 UART + 控制板进行控制，可通过 K3 直接进行 PWM 控制。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欢迎提问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数据与图表出处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42519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《K3 IPC 延迟归因与优化总结报告》（2026-08-23，rt-async/blogs/技术报告）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架构文档 docs/architecture.html · 图源 docs/assets/*.excalidraw（与代码同步）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 rt-async-amp：主仓 + rt-async / ov-channels / ov-rpc / tgoskits 子仓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rt-async-amp：面向异构多核 SoC 的 AMP 双内核实时系统</dc:title>
  <dc:subject>PptxGenJS Presentation</dc:subject>
  <dc:creator>Oveln</dc:creator>
  <cp:lastModifiedBy>Oveln</cp:lastModifiedBy>
  <cp:revision>1</cp:revision>
  <dcterms:created xsi:type="dcterms:W3CDTF">2026-09-05T02:14:31Z</dcterms:created>
  <dcterms:modified xsi:type="dcterms:W3CDTF">2026-09-05T02:14:31Z</dcterms:modified>
</cp:coreProperties>
</file>